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0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71F5E-BBA6-4377-832C-E2D9BC31668B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27685-66E9-4308-A150-C037C0EA9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09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27685-66E9-4308-A150-C037C0EA9E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675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DC7C-BDD0-FB6D-8AF6-E109F567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702D12-2A65-28A1-EA6E-02154CFBB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89086D-F919-ED5B-7FF8-67A85885F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B771E-01E9-43DD-5E61-09DB4E1BB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27685-66E9-4308-A150-C037C0EA9E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65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451B3-E8EF-F084-237E-B8588BAC3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33A665-503F-B013-3CF7-CBEF157F7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196D3B-46EC-A1DF-2AD9-6265D7E3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2AA6B-550D-D16C-0868-3EC1DC85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10F1B-3F99-B59B-86DD-408E31BB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677E1-2A63-18F8-8E75-9E484AD9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3DDC0-84F8-FE11-C489-4589DB932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89AC82-2076-01C5-B60C-908C5E3C1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B23AAE-2FF3-25F0-D6E4-7932A2C4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4B34C2-1AE1-7E2A-2EFB-46433618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0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43623-9196-0D46-8B1E-AB3B2B72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A8CE61-C653-8E17-E95B-3389C7435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DB834-73AC-F781-227A-1AA4C8FE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CB8A7-6AC6-141E-FC72-2A477717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BC867-BE63-88BF-C5E9-0873C548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8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BDFDF-4BC6-06D0-7AF0-8C57E9B2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0D091-1A35-4024-ACD9-316475D47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01F267-8A12-AF6C-4EF7-474552556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EA5A0D-9C67-2627-1C3B-5ACC9078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7A0C00-4BCB-6BEE-D30B-F0533D84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053FF4-081D-6B54-4985-3D61CAD3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53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F13CC-1067-FD45-A887-2EF49556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D8E9E8-5FAB-08EA-4AD7-A2C4F3A1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5C90EC-AFB5-39DB-FC32-3DBC3C032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539C49-DBC4-91FD-5302-FEF02F159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8E996-EF42-7573-F14C-C00057B1E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FA9A56-811E-8183-2D1E-1378A5BA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6B88CE-C478-F34E-D4BB-92EA7E8F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1DFF9E-C814-EB08-169F-5AB7CA12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01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25A74-FB8E-EC54-45C2-53D1E4CA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62C256-77AD-63BA-B8FC-275F4D2B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240162-E517-7CB5-8007-367BD8DE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9EA412-4BF8-C092-D4B9-87688795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47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36BEC8-3F77-DBED-14F8-7ECA2060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300A02-64B8-5C04-F5E4-AC95F962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68826A-47A3-0FA6-ACA8-D9A88FE0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4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FB1A1-FEBA-F0AA-EBDF-BF187053A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4AFB85-C8DC-3089-3FF7-AEB7A5729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20E371-872A-6DA0-A317-2174A4C57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F4702F-06E2-2367-6C31-EE8EA499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AE72AF-8711-11D1-F388-196C48FA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236FD2-FBC7-558F-2919-E96755C0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3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6CF18-0344-921E-495E-538A5CD4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00DF6E-DC5F-0617-A221-897A5E1F0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F4237-9276-D190-FF4F-8582BE279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C2DE43-9A01-B49D-B1A5-A3C2DB9D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784197-A705-039D-FDE9-AF4AF014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BEDB1-3038-DAC5-2FE4-A2B134AA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15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AA447-B6C2-A519-C158-1182C2E2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8C5D21-670B-0C1F-0032-DA0F67182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44927-863B-EED5-A86A-095E6DED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536420-B2E5-C1BE-E801-7BB00879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75BEE-C13D-1386-7A25-3E404966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9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76CF39-1285-B6F1-C917-03180196E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42C10C-00A8-9EC1-73FA-4F344B13F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59CB25-089A-97CA-0E5B-B88A1B17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F4736-1991-74CE-134C-34A5A836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29D45-0BA4-D852-A9AB-E5246658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73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E9B5EE-C45A-0DF8-C819-90332C78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ED5A43-A971-E3C2-CB46-629DF3A32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EFE01-983A-657C-3F85-BCDE76424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ED54A-A00B-45A7-8521-EB89207DA649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49DDC-83A8-6B72-A4F1-17D60B51E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38A97-BD3B-B17E-A991-457FFBFF1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9E475-45D8-409C-97DB-A84C85F15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73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530C83A-F8F1-3D88-89DA-4C5517B54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" y="503071"/>
            <a:ext cx="5485946" cy="36572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80E6AF1-08D3-085B-D740-2321C0C2528A}"/>
              </a:ext>
            </a:extLst>
          </p:cNvPr>
          <p:cNvSpPr txBox="1"/>
          <p:nvPr/>
        </p:nvSpPr>
        <p:spPr>
          <a:xfrm>
            <a:off x="0" y="3975703"/>
            <a:ext cx="6837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loss_curve_baseline_dmodel256_layer4_dff1024_head8_genre5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6B6549B-36AC-EC0F-AD7E-195A40386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826" y="1444903"/>
            <a:ext cx="5485946" cy="365729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EC07E66-E045-CB88-99C3-37F928EB3181}"/>
              </a:ext>
            </a:extLst>
          </p:cNvPr>
          <p:cNvSpPr txBox="1"/>
          <p:nvPr/>
        </p:nvSpPr>
        <p:spPr>
          <a:xfrm>
            <a:off x="5863136" y="5228431"/>
            <a:ext cx="6384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loss_curve_baseline_dmodel256_layer4_dff1024_head8_genre7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A5D37C-DE9D-D37E-98A0-FFA9FC59B23A}"/>
              </a:ext>
            </a:extLst>
          </p:cNvPr>
          <p:cNvSpPr txBox="1"/>
          <p:nvPr/>
        </p:nvSpPr>
        <p:spPr>
          <a:xfrm>
            <a:off x="457200" y="182880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基准：</a:t>
            </a:r>
          </a:p>
        </p:txBody>
      </p:sp>
    </p:spTree>
    <p:extLst>
      <p:ext uri="{BB962C8B-B14F-4D97-AF65-F5344CB8AC3E}">
        <p14:creationId xmlns:p14="http://schemas.microsoft.com/office/powerpoint/2010/main" val="378633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EB53A4-8B2B-91E2-C96B-FD98BEBE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104788"/>
            <a:ext cx="9711842" cy="668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0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988-DAE2-95DB-6F72-F4EAC17C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B173B5-186E-F134-B93B-2C5B484C2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0" y="22256"/>
            <a:ext cx="4863365" cy="3242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886E5B-69D4-CBDF-EFFB-DA676C9AD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581" y="3441870"/>
            <a:ext cx="4863365" cy="32422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623695-08D6-4832-45E0-C9E415E470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581" y="173887"/>
            <a:ext cx="4863365" cy="324224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0E0EB54-F6B8-F2E7-F7DA-899B493EB8B4}"/>
              </a:ext>
            </a:extLst>
          </p:cNvPr>
          <p:cNvSpPr txBox="1"/>
          <p:nvPr/>
        </p:nvSpPr>
        <p:spPr>
          <a:xfrm>
            <a:off x="5963720" y="649944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n_head__n_head_large_16__genre7__loss_curve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67F2C3-6DB3-95A7-CB15-D6147CF9A7C7}"/>
              </a:ext>
            </a:extLst>
          </p:cNvPr>
          <p:cNvSpPr txBox="1"/>
          <p:nvPr/>
        </p:nvSpPr>
        <p:spPr>
          <a:xfrm>
            <a:off x="6187211" y="313913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n_head__n_head_large_16__genre5__loss_curve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1AFA04-40ED-0C4A-DC19-4EC341FE6FFA}"/>
              </a:ext>
            </a:extLst>
          </p:cNvPr>
          <p:cNvSpPr txBox="1"/>
          <p:nvPr/>
        </p:nvSpPr>
        <p:spPr>
          <a:xfrm>
            <a:off x="563651" y="3139132"/>
            <a:ext cx="614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n_head__n_head_small_4__genre5__loss_curve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37D0BBB-24C8-495D-5E77-470BDE0F9C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76" y="3441870"/>
            <a:ext cx="4863365" cy="324224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EFA432B-6045-B599-76B5-C3AEAAF256A9}"/>
              </a:ext>
            </a:extLst>
          </p:cNvPr>
          <p:cNvSpPr txBox="1"/>
          <p:nvPr/>
        </p:nvSpPr>
        <p:spPr>
          <a:xfrm>
            <a:off x="676555" y="6429929"/>
            <a:ext cx="614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n_head__n_head_small_4__genre7__loss_curve</a:t>
            </a:r>
          </a:p>
        </p:txBody>
      </p:sp>
    </p:spTree>
    <p:extLst>
      <p:ext uri="{BB962C8B-B14F-4D97-AF65-F5344CB8AC3E}">
        <p14:creationId xmlns:p14="http://schemas.microsoft.com/office/powerpoint/2010/main" val="328713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05B2-73F9-C06C-7123-3D1C0BC2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19FC86-AC5B-5E91-D390-9CF27583A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667" y="72606"/>
            <a:ext cx="4629229" cy="30861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1528FD-775F-45EB-4A2D-2012F5896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667" y="3514576"/>
            <a:ext cx="4629229" cy="30861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C8A891-2C86-36C9-558B-D8133B79F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99" y="14065"/>
            <a:ext cx="4629229" cy="308615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CA89B3F-1688-893F-A9D9-BB0EB8FE7D1B}"/>
              </a:ext>
            </a:extLst>
          </p:cNvPr>
          <p:cNvSpPr txBox="1"/>
          <p:nvPr/>
        </p:nvSpPr>
        <p:spPr>
          <a:xfrm>
            <a:off x="6338622" y="64160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n_layer__n_layer_large_5__genre7__loss_curve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23C199-0C2F-37C0-07A3-446A6F0CAC34}"/>
              </a:ext>
            </a:extLst>
          </p:cNvPr>
          <p:cNvSpPr txBox="1"/>
          <p:nvPr/>
        </p:nvSpPr>
        <p:spPr>
          <a:xfrm>
            <a:off x="6416802" y="297409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n_layer__n_layer_large_5__genre5__loss_curve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648AC4-87A0-6BEC-79CE-D0FD654DE6FC}"/>
              </a:ext>
            </a:extLst>
          </p:cNvPr>
          <p:cNvSpPr txBox="1"/>
          <p:nvPr/>
        </p:nvSpPr>
        <p:spPr>
          <a:xfrm>
            <a:off x="738834" y="2888518"/>
            <a:ext cx="642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n_layer__n_layer_small_3__genre</a:t>
            </a:r>
            <a:r>
              <a:rPr lang="en-US" altLang="zh-CN" dirty="0"/>
              <a:t>5</a:t>
            </a:r>
            <a:r>
              <a:rPr lang="zh-CN" altLang="en-US" dirty="0"/>
              <a:t>__loss_curve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DB75CFC-DA37-6554-32A3-2ABB08FFC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79" y="3514575"/>
            <a:ext cx="4629229" cy="308615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2FCC9E7-1DF8-F539-D7BC-93FAB32B95DE}"/>
              </a:ext>
            </a:extLst>
          </p:cNvPr>
          <p:cNvSpPr txBox="1"/>
          <p:nvPr/>
        </p:nvSpPr>
        <p:spPr>
          <a:xfrm>
            <a:off x="738834" y="6416062"/>
            <a:ext cx="642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n_layer__n_layer_small_3__genre7__loss_curve</a:t>
            </a:r>
          </a:p>
        </p:txBody>
      </p:sp>
    </p:spTree>
    <p:extLst>
      <p:ext uri="{BB962C8B-B14F-4D97-AF65-F5344CB8AC3E}">
        <p14:creationId xmlns:p14="http://schemas.microsoft.com/office/powerpoint/2010/main" val="60533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F6B3-ADFD-B9F3-C595-4F6C9A9F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A0C8C1-E2B8-92D9-C7F0-1CA651E11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6" y="30369"/>
            <a:ext cx="4622065" cy="30813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C9EBC08-F2A9-0E93-B1F2-CB81EAC82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76" y="3376920"/>
            <a:ext cx="4622065" cy="30813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EC6806-2AE5-A97B-4A1E-121E9537E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76" y="30369"/>
            <a:ext cx="4622065" cy="30813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960263E-D232-E55A-CCD0-E61D3A824FDB}"/>
              </a:ext>
            </a:extLst>
          </p:cNvPr>
          <p:cNvSpPr txBox="1"/>
          <p:nvPr/>
        </p:nvSpPr>
        <p:spPr>
          <a:xfrm>
            <a:off x="6411241" y="627363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d_model__d_model_large_320__genre7__loss_curve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622D6E-C494-E11F-8B02-EB566CF58365}"/>
              </a:ext>
            </a:extLst>
          </p:cNvPr>
          <p:cNvSpPr txBox="1"/>
          <p:nvPr/>
        </p:nvSpPr>
        <p:spPr>
          <a:xfrm>
            <a:off x="6211062" y="300758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d_model__d_model_large_320__genre</a:t>
            </a:r>
            <a:r>
              <a:rPr lang="en-US" altLang="zh-CN" dirty="0"/>
              <a:t>5</a:t>
            </a:r>
            <a:r>
              <a:rPr lang="zh-CN" altLang="en-US" dirty="0"/>
              <a:t>__loss_curve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2915F6-8DCA-0608-B2D3-C71A70E04A28}"/>
              </a:ext>
            </a:extLst>
          </p:cNvPr>
          <p:cNvSpPr txBox="1"/>
          <p:nvPr/>
        </p:nvSpPr>
        <p:spPr>
          <a:xfrm>
            <a:off x="602742" y="30075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d_model__d_model_small_192__genre</a:t>
            </a:r>
            <a:r>
              <a:rPr lang="en-US" altLang="zh-CN" dirty="0"/>
              <a:t>5</a:t>
            </a:r>
            <a:r>
              <a:rPr lang="zh-CN" altLang="en-US" dirty="0"/>
              <a:t>__loss_curve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6E5312-D0E6-86DB-5CB4-2D634DD46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" y="3481080"/>
            <a:ext cx="4622065" cy="30813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6E73429-8A1B-1DE3-85F7-1B7ECD3EDFDF}"/>
              </a:ext>
            </a:extLst>
          </p:cNvPr>
          <p:cNvSpPr txBox="1"/>
          <p:nvPr/>
        </p:nvSpPr>
        <p:spPr>
          <a:xfrm>
            <a:off x="602742" y="63777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d_model__d_model_small_192__genre7__loss_curve</a:t>
            </a:r>
          </a:p>
        </p:txBody>
      </p:sp>
    </p:spTree>
    <p:extLst>
      <p:ext uri="{BB962C8B-B14F-4D97-AF65-F5344CB8AC3E}">
        <p14:creationId xmlns:p14="http://schemas.microsoft.com/office/powerpoint/2010/main" val="235046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B8DD-D3DB-699D-5C98-EDB29650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D2B3A4-378E-3185-D4D0-E54CA478E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34" y="135524"/>
            <a:ext cx="4663213" cy="31088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A8260-3620-C56D-5FC6-639D536B9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13" y="3463939"/>
            <a:ext cx="4663213" cy="31088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C70BE8-7021-2DA0-21B0-2CD560E6B9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533" y="100586"/>
            <a:ext cx="4663213" cy="31088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4A546F6-AA19-1127-D308-4402EB378EC5}"/>
              </a:ext>
            </a:extLst>
          </p:cNvPr>
          <p:cNvSpPr txBox="1"/>
          <p:nvPr/>
        </p:nvSpPr>
        <p:spPr>
          <a:xfrm>
            <a:off x="6251786" y="6423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d_ff__d_ff_large_1280__genre7__loss_curve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60F517-B20A-63EC-72DA-08EB60FB27D0}"/>
              </a:ext>
            </a:extLst>
          </p:cNvPr>
          <p:cNvSpPr txBox="1"/>
          <p:nvPr/>
        </p:nvSpPr>
        <p:spPr>
          <a:xfrm>
            <a:off x="6251786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d_ff__d_ff_large_1280__genre5__loss_curve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0EB82A-96EB-8C7F-BC81-2285E9C4567F}"/>
              </a:ext>
            </a:extLst>
          </p:cNvPr>
          <p:cNvSpPr txBox="1"/>
          <p:nvPr/>
        </p:nvSpPr>
        <p:spPr>
          <a:xfrm>
            <a:off x="728133" y="30946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d_ff__d_ff_small_768__genre5__loss_curve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336418-A14C-794B-3121-266A3ABFD5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34" y="3498877"/>
            <a:ext cx="4663213" cy="31088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3B7F644-35FA-FD42-B1CD-A86DCAF4F9B2}"/>
              </a:ext>
            </a:extLst>
          </p:cNvPr>
          <p:cNvSpPr txBox="1"/>
          <p:nvPr/>
        </p:nvSpPr>
        <p:spPr>
          <a:xfrm>
            <a:off x="737504" y="6457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d_ff__d_ff_small_768__genre7__loss_curve</a:t>
            </a:r>
          </a:p>
        </p:txBody>
      </p:sp>
    </p:spTree>
    <p:extLst>
      <p:ext uri="{BB962C8B-B14F-4D97-AF65-F5344CB8AC3E}">
        <p14:creationId xmlns:p14="http://schemas.microsoft.com/office/powerpoint/2010/main" val="425767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328</Words>
  <Application>Microsoft Office PowerPoint</Application>
  <PresentationFormat>宽屏</PresentationFormat>
  <Paragraphs>21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Qiming He</dc:creator>
  <cp:lastModifiedBy>Qiming He</cp:lastModifiedBy>
  <cp:revision>12</cp:revision>
  <dcterms:created xsi:type="dcterms:W3CDTF">2026-06-08T04:26:34Z</dcterms:created>
  <dcterms:modified xsi:type="dcterms:W3CDTF">2026-06-08T07:25:33Z</dcterms:modified>
</cp:coreProperties>
</file>